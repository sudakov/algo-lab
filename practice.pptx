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562" r:id="rId3"/>
    <p:sldId id="258" r:id="rId4"/>
    <p:sldId id="563" r:id="rId5"/>
    <p:sldId id="564" r:id="rId6"/>
    <p:sldId id="565" r:id="rId7"/>
    <p:sldId id="566" r:id="rId8"/>
    <p:sldId id="567" r:id="rId9"/>
    <p:sldId id="568" r:id="rId10"/>
    <p:sldId id="56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7"/>
    <p:restoredTop sz="96098"/>
  </p:normalViewPr>
  <p:slideViewPr>
    <p:cSldViewPr snapToGrid="0" snapToObjects="1">
      <p:cViewPr varScale="1">
        <p:scale>
          <a:sx n="120" d="100"/>
          <a:sy n="120" d="100"/>
        </p:scale>
        <p:origin x="1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91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712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596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9889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472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2533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3254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2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602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109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057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51541-4E41-5244-B337-927E1F15D341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DE4C8-E0D1-E540-AA75-B4B5D542D2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2759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768C50-7818-694C-99B1-91BA11220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Теория алгоритмов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2BA6578-09F3-BC4E-932E-8ADB8F2CC9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742660"/>
            <a:ext cx="6858000" cy="151514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Практика</a:t>
            </a:r>
          </a:p>
          <a:p>
            <a:endParaRPr lang="ru-RU" dirty="0"/>
          </a:p>
          <a:p>
            <a:r>
              <a:rPr lang="ru-RU" dirty="0"/>
              <a:t>Владимир Анатольевич Судаков</a:t>
            </a:r>
          </a:p>
          <a:p>
            <a:r>
              <a:rPr lang="ru-RU" dirty="0"/>
              <a:t>2026 г.</a:t>
            </a:r>
          </a:p>
        </p:txBody>
      </p:sp>
    </p:spTree>
    <p:extLst>
      <p:ext uri="{BB962C8B-B14F-4D97-AF65-F5344CB8AC3E}">
        <p14:creationId xmlns:p14="http://schemas.microsoft.com/office/powerpoint/2010/main" val="646434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D68FCE-2EB6-2746-A6F0-5D5A49B88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81621"/>
          </a:xfrm>
        </p:spPr>
        <p:txBody>
          <a:bodyPr>
            <a:normAutofit fontScale="90000"/>
          </a:bodyPr>
          <a:lstStyle/>
          <a:p>
            <a:r>
              <a:rPr lang="ru-RU" dirty="0"/>
              <a:t>Правила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2EC740-327B-F845-BB6A-31794A0F2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46748"/>
            <a:ext cx="7886700" cy="5678906"/>
          </a:xfrm>
        </p:spPr>
        <p:txBody>
          <a:bodyPr>
            <a:normAutofit/>
          </a:bodyPr>
          <a:lstStyle/>
          <a:p>
            <a:r>
              <a:rPr lang="ru-RU" sz="2400" dirty="0"/>
              <a:t>Решение домашнего задания (ДЗ) нужно приносить на следующее занятие. Если решение – это программа, то присылайте ссылку на </a:t>
            </a:r>
            <a:r>
              <a:rPr lang="en-US" sz="2400" dirty="0" err="1"/>
              <a:t>github</a:t>
            </a:r>
            <a:r>
              <a:rPr lang="en-US" sz="2400" dirty="0"/>
              <a:t>.</a:t>
            </a:r>
            <a:endParaRPr lang="ru-RU" sz="2400" dirty="0"/>
          </a:p>
          <a:p>
            <a:r>
              <a:rPr lang="ru-RU" sz="2400" dirty="0"/>
              <a:t>Лучше не полное решение ДЗ, чем его отсутствие. </a:t>
            </a:r>
          </a:p>
          <a:p>
            <a:r>
              <a:rPr lang="ru-RU" sz="2400" dirty="0"/>
              <a:t>Можно и нужно спрашивать по почте и на занятии. Лучше если вопрос будет коротким. </a:t>
            </a:r>
          </a:p>
          <a:p>
            <a:r>
              <a:rPr lang="ru-RU" sz="2400" dirty="0"/>
              <a:t>У нас будут контрольные, но когда – заранее неизвестно</a:t>
            </a:r>
          </a:p>
          <a:p>
            <a:r>
              <a:rPr lang="ru-RU" sz="2400" dirty="0"/>
              <a:t>Опоздание больше 15 минут – пропуск.</a:t>
            </a:r>
          </a:p>
          <a:p>
            <a:r>
              <a:rPr lang="ru-RU" sz="2400" dirty="0"/>
              <a:t>За активность/ответы на занятиях будут дополнительные плюсы.</a:t>
            </a:r>
          </a:p>
          <a:p>
            <a:r>
              <a:rPr lang="ru-RU" sz="2400" dirty="0"/>
              <a:t>Вовремя решенные ДЗ, контрольные без ошибок, и не более 2-х пропусков – автомат на экзамене </a:t>
            </a:r>
          </a:p>
        </p:txBody>
      </p:sp>
    </p:spTree>
    <p:extLst>
      <p:ext uri="{BB962C8B-B14F-4D97-AF65-F5344CB8AC3E}">
        <p14:creationId xmlns:p14="http://schemas.microsoft.com/office/powerpoint/2010/main" val="1111265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DA5D25-E7B8-B242-9FA5-5D84BDDF8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Давайте познакомимся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ACE4E4-30C6-6F44-BD55-26F0ED167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Дано: </a:t>
            </a:r>
          </a:p>
          <a:p>
            <a:pPr lvl="1"/>
            <a:r>
              <a:rPr lang="ru-RU" dirty="0"/>
              <a:t>список группы ФИО через пробел по строкам</a:t>
            </a:r>
          </a:p>
          <a:p>
            <a:r>
              <a:rPr lang="ru-RU" dirty="0"/>
              <a:t>Требуется найти повторения имен:</a:t>
            </a:r>
          </a:p>
          <a:p>
            <a:pPr lvl="1"/>
            <a:r>
              <a:rPr lang="ru-RU" dirty="0"/>
              <a:t>вывести  по строкам ФИО&lt;пробел&gt;&lt;число повторений имени&gt;</a:t>
            </a:r>
          </a:p>
          <a:p>
            <a:r>
              <a:rPr lang="ru-RU" dirty="0"/>
              <a:t>Какая группа «хорошая»?</a:t>
            </a:r>
          </a:p>
          <a:p>
            <a:r>
              <a:rPr lang="ru-RU" dirty="0"/>
              <a:t>Давайте сравним решения (и Ваши и LLM):</a:t>
            </a:r>
          </a:p>
          <a:p>
            <a:pPr lvl="1"/>
            <a:r>
              <a:rPr lang="ru-RU" dirty="0"/>
              <a:t>по каким метрикам будем сравнивать?</a:t>
            </a:r>
          </a:p>
          <a:p>
            <a:r>
              <a:rPr lang="ru-RU" dirty="0"/>
              <a:t>Какая LLM хорошая? 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1444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A9C83F-49E1-D245-83B0-FFAD644AB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З</a:t>
            </a:r>
            <a:r>
              <a:rPr lang="ru-RU" dirty="0" err="1"/>
              <a:t>адача</a:t>
            </a:r>
            <a:r>
              <a:rPr lang="ru-RU" dirty="0"/>
              <a:t> о </a:t>
            </a:r>
            <a:r>
              <a:rPr lang="ru-RU" dirty="0" err="1"/>
              <a:t>паросочетаниях</a:t>
            </a:r>
            <a:r>
              <a:rPr lang="ru-RU" dirty="0"/>
              <a:t> </a:t>
            </a:r>
            <a:br>
              <a:rPr lang="ru-RU" dirty="0"/>
            </a:br>
            <a:r>
              <a:rPr lang="ru-RU" dirty="0"/>
              <a:t>(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stable matching problem</a:t>
            </a:r>
            <a:r>
              <a:rPr lang="ru-RU" dirty="0"/>
              <a:t>)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EC87A7B-D3DB-A34F-8FB7-DAAE6DCDA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0568" y="2232836"/>
            <a:ext cx="5342864" cy="3561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758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F6495-50C0-FC42-803E-51667E601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Подбор больниц для студентов медицинских вузов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C2D0BD-CEDC-C248-A053-C220E82AC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Цель.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Имея набор предпочтений среди больниц и студентов медицинских вузов, разработать процесс приема.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Неустойчивая пара.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образуют </a:t>
            </a:r>
            <a:r>
              <a:rPr lang="ru-RU" dirty="0">
                <a:solidFill>
                  <a:srgbClr val="79221B"/>
                </a:solidFill>
                <a:effectLst/>
                <a:latin typeface="Helvetica" pitchFamily="2" charset="0"/>
              </a:rPr>
              <a:t>неустойчивую пару,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если оба: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одним из принятых студентов.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s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отдает предпочтение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перед назначенной больницей.</a:t>
            </a:r>
          </a:p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Стабильное распределение.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Распределение без нестабильных пар. Естественное и желательное состояние.</a:t>
            </a: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4100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379A3A-CC9A-2541-82AF-5E143D228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ED9ED5-63B1-9F4D-97EC-8C02DF07C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rgbClr val="043399"/>
                </a:solidFill>
                <a:effectLst/>
                <a:latin typeface="Helvetica" pitchFamily="2" charset="0"/>
              </a:rPr>
              <a:t>Входные данные: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больниц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и множество из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n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студентов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(</a:t>
            </a:r>
            <a:r>
              <a:rPr lang="en" dirty="0" err="1">
                <a:solidFill>
                  <a:srgbClr val="000000"/>
                </a:solidFill>
                <a:effectLst/>
                <a:latin typeface="Helvetica" pitchFamily="2" charset="0"/>
              </a:rPr>
              <a:t>п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ока считаем, что больница берет одного только студента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).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Каждая больница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h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студентов. Каждый студент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s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ранжирует больницы.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640EB8A-355D-8A4B-9D0E-17AD84CF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031" y="4264814"/>
            <a:ext cx="6303778" cy="222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220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022990-BA47-B649-B2C6-E8F49B53C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Идеальное </a:t>
            </a:r>
            <a:r>
              <a:rPr lang="ru-RU" dirty="0" err="1"/>
              <a:t>паросочетание</a:t>
            </a:r>
            <a:endParaRPr lang="ru-RU" dirty="0"/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0C4EBEB0-6E60-5F4A-8962-1A41A0EE7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3029744"/>
            <a:ext cx="78867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885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815979-3F2E-F347-B631-534326851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Нестабильные пары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6DC12B6-58F6-6541-BBE7-BE967D9CD8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2883939"/>
            <a:ext cx="7886700" cy="223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672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30303-7CC7-8549-BD49-6E354194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66623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223BED-C0AB-C349-BFE3-5E5E13EF3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141"/>
            <a:ext cx="7886700" cy="2980292"/>
          </a:xfrm>
        </p:spPr>
        <p:txBody>
          <a:bodyPr/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Какая пара является неустойчивой в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паросочетании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{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A–X, B–Z, C–Y }?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A.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A–Y.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B.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B–X.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C.</a:t>
            </a:r>
            <a:r>
              <a:rPr lang="en" b="1" dirty="0">
                <a:solidFill>
                  <a:srgbClr val="000000"/>
                </a:solidFill>
                <a:effectLst/>
                <a:latin typeface="Lucida Grande" panose="020B0600040502020204" pitchFamily="34" charset="0"/>
              </a:rPr>
              <a:t> 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B–Z.</a:t>
            </a:r>
          </a:p>
          <a:p>
            <a:r>
              <a:rPr lang="en" b="1" dirty="0">
                <a:solidFill>
                  <a:srgbClr val="074080"/>
                </a:solidFill>
                <a:effectLst/>
                <a:latin typeface="Lucida Grande" panose="020B0600040502020204" pitchFamily="34" charset="0"/>
              </a:rPr>
              <a:t>D. 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Ни один из перечисленных вариантов</a:t>
            </a:r>
            <a:r>
              <a:rPr lang="en" dirty="0">
                <a:solidFill>
                  <a:srgbClr val="000000"/>
                </a:solidFill>
                <a:effectLst/>
                <a:latin typeface="Helvetica" pitchFamily="2" charset="0"/>
              </a:rPr>
              <a:t>.</a:t>
            </a: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D0828D-4189-D744-8D0D-B098C8907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65" y="4426449"/>
            <a:ext cx="7729870" cy="198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83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CDF437-0834-0541-985B-72E41B888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23F119-0832-2743-8CE4-4934E88CB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Напишите программу которая определяет является ли </a:t>
            </a:r>
            <a:r>
              <a:rPr lang="ru-RU" dirty="0" err="1"/>
              <a:t>паросочетание</a:t>
            </a:r>
            <a:r>
              <a:rPr lang="ru-RU" dirty="0"/>
              <a:t> устойчивым</a:t>
            </a:r>
          </a:p>
          <a:p>
            <a:r>
              <a:rPr lang="ru-RU" dirty="0"/>
              <a:t>Вход – таблицы предпочтений и </a:t>
            </a:r>
            <a:r>
              <a:rPr lang="ru-RU" dirty="0" err="1"/>
              <a:t>паросочетания</a:t>
            </a:r>
            <a:r>
              <a:rPr lang="ru-RU" dirty="0"/>
              <a:t>. </a:t>
            </a:r>
          </a:p>
          <a:p>
            <a:r>
              <a:rPr lang="ru-RU" dirty="0"/>
              <a:t>Выход – ответ: Устойчивое или Неустойчивое.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504907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347</Words>
  <Application>Microsoft Macintosh PowerPoint</Application>
  <PresentationFormat>Экран (4:3)</PresentationFormat>
  <Paragraphs>42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Helvetica</vt:lpstr>
      <vt:lpstr>Lucida Grande</vt:lpstr>
      <vt:lpstr>Тема Office</vt:lpstr>
      <vt:lpstr>Теория алгоритмов</vt:lpstr>
      <vt:lpstr>Правила</vt:lpstr>
      <vt:lpstr>Давайте познакомимся</vt:lpstr>
      <vt:lpstr>Задача о паросочетаниях  (stable matching problem)</vt:lpstr>
      <vt:lpstr>Подбор больниц для студентов медицинских вузов</vt:lpstr>
      <vt:lpstr>Дано</vt:lpstr>
      <vt:lpstr>Идеальное паросочетание</vt:lpstr>
      <vt:lpstr>Нестабильные пары</vt:lpstr>
      <vt:lpstr>Тест</vt:lpstr>
      <vt:lpstr>Домашнее задание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Теория алгоритмов</dc:title>
  <dc:creator>Microsoft Office User</dc:creator>
  <cp:lastModifiedBy>Microsoft Office User</cp:lastModifiedBy>
  <cp:revision>6</cp:revision>
  <dcterms:created xsi:type="dcterms:W3CDTF">2026-02-09T16:49:08Z</dcterms:created>
  <dcterms:modified xsi:type="dcterms:W3CDTF">2026-02-09T17:29:00Z</dcterms:modified>
</cp:coreProperties>
</file>